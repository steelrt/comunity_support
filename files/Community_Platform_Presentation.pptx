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88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-838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36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COMMUNITY PLATFORM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05000"/>
            <a:ext cx="5029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05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one-stop solution for Government Services,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 &amp; Civic Engagement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Making public services accessible to everyone  •  Flask + HTML5 + JavaScript  •  2026</a:t>
            </a:r>
            <a:endParaRPr lang="en-US" sz="11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8F66D54-002A-BA47-3526-0D0673A445F6}"/>
              </a:ext>
            </a:extLst>
          </p:cNvPr>
          <p:cNvSpPr/>
          <p:nvPr/>
        </p:nvSpPr>
        <p:spPr>
          <a:xfrm>
            <a:off x="457200" y="23850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by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Citizens have to visit 20+ different government websites
• No single place to find the right portal
• Emergency numbers are hard to find quickly
• No guidance for first-time users
• Language and tech barriers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EA5E9"/>
                </a:solidFill>
              </a:rPr>
              <a:t>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8620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914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platform for all 6 major service categories
• Verified government links, no searching needed
• Emergency page with one-click helpline access
• AI chatbot guides users to the right service
• Clean, modern, mobile-friendly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 •  Project Presentation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official portal links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DigiLocker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Engage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RTI, Voting, MyGov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CPGRAMS, Cyber Crime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&amp; community events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27432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🆘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 helplines, crisis portals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 •  Project Presentation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767080"/>
            <a:ext cx="64008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767080"/>
            <a:ext cx="73152" cy="685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850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User Browser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1247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URL or clicks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404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600200"/>
            <a:ext cx="64008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1371600" y="1600200"/>
            <a:ext cx="73152" cy="6858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6733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Flask Routes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9476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request, calls render_template()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252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458720"/>
            <a:ext cx="64008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1371600" y="2458720"/>
            <a:ext cx="73152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24963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Jinja2 Templates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27706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 rendered and sent to browser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080512"/>
            <a:ext cx="365760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303094"/>
            <a:ext cx="64008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1371600" y="330200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33192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Chatbot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5935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user message to intents.json patterns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3954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142232"/>
            <a:ext cx="6400800" cy="6858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1371600" y="414528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41422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JSON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4165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chatbot training data (tags, patterns, responses)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371600" cy="1371600"/>
          </a:xfrm>
          <a:prstGeom prst="ellipse">
            <a:avLst/>
          </a:prstGeom>
          <a:solidFill>
            <a:srgbClr val="1A56D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message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38528" y="777240"/>
            <a:ext cx="1371600" cy="1371600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38528" y="868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47088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94176" y="777240"/>
            <a:ext cx="1371600" cy="13716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868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02736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0056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9824" y="777240"/>
            <a:ext cx="1371600" cy="13716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5449824" y="868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58384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response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75704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05472" y="777240"/>
            <a:ext cx="1371600" cy="13716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868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1403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shown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1371600" cy="320040"/>
          </a:xfrm>
          <a:prstGeom prst="rect">
            <a:avLst/>
          </a:prstGeom>
          <a:solidFill>
            <a:srgbClr val="1A56D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7121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2834640"/>
            <a:ext cx="2286000" cy="320040"/>
          </a:xfrm>
          <a:prstGeom prst="rect">
            <a:avLst/>
          </a:prstGeom>
          <a:solidFill>
            <a:srgbClr val="1A56D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8712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Pattern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2834640"/>
            <a:ext cx="4572000" cy="320040"/>
          </a:xfrm>
          <a:prstGeom prst="rect">
            <a:avLst/>
          </a:prstGeom>
          <a:solidFill>
            <a:srgbClr val="1A56D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87121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82112"/>
            <a:ext cx="13716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2186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0" y="3182112"/>
            <a:ext cx="2286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32186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Hello, Hey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3182112"/>
            <a:ext cx="4572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21868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Welcome to Community Platform.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29584"/>
            <a:ext cx="13716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661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0" y="3529584"/>
            <a:ext cx="22860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91640" y="3566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events?, Meetups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31920" y="3529584"/>
            <a:ext cx="45720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356616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our Events &amp; Meetups page!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77056"/>
            <a:ext cx="13716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136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45920" y="3877056"/>
            <a:ext cx="2286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91640" y="39136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Help urgent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31920" y="3877056"/>
            <a:ext cx="4572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77640" y="39136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112 immediately for emergencies!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224528"/>
            <a:ext cx="13716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2611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report_issue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645920" y="4224528"/>
            <a:ext cx="22860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426110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problem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931920" y="4224528"/>
            <a:ext cx="4572000" cy="3200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77640" y="426110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our Report an Issue page.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572000"/>
            <a:ext cx="13716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608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45920" y="4572000"/>
            <a:ext cx="2286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91640" y="4608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match)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931920" y="4572000"/>
            <a:ext cx="45720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77640" y="460857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I didn't understand that.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1" name="Text 59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 •  Project Presentation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+ 6 service cards + chatbot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Tax, Land Records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🪪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801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DigiLocker, Passport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974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432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Engage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RTI, Voting, MyGov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69748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CPGRAMS, Cyber Crime, CVC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697480"/>
            <a:ext cx="27432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69748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834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🆘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721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banner + all helplines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 •  Project Presentation  •  2024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8404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– Short 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login &amp;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across all services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Location-based state portals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Hindi &amp; regional language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43200" cy="38404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841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– Medium 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integration (PostgreSQL)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for content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NLP-based AI chatbot upgrade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474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(React Native)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43200" cy="384048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841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– Long Term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DigiLocker / UIDAI API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govt event calendar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discussion forum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474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&amp; usage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 •  Project Presentation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74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🏛️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2240280"/>
            <a:ext cx="36576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 — Making public services accessible to everyone.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73736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200400"/>
            <a:ext cx="173736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432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Links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173736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1737360" cy="137160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Digital India  •  Community Platform 2026  •  Built with Flask + HTML5 + 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548</Words>
  <Application>Microsoft Office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Platform</dc:title>
  <dc:subject>PptxGenJS Presentation</dc:subject>
  <dc:creator>PptxGenJS</dc:creator>
  <cp:lastModifiedBy>steelrt98@outlook.com</cp:lastModifiedBy>
  <cp:revision>17</cp:revision>
  <dcterms:created xsi:type="dcterms:W3CDTF">2026-03-23T05:16:50Z</dcterms:created>
  <dcterms:modified xsi:type="dcterms:W3CDTF">2026-03-23T08:14:50Z</dcterms:modified>
</cp:coreProperties>
</file>