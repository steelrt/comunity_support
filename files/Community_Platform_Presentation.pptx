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-1097280"/>
            <a:ext cx="3200400" cy="3200400"/>
          </a:xfrm>
          <a:prstGeom prst="ellipse">
            <a:avLst/>
          </a:prstGeom>
          <a:solidFill>
            <a:srgbClr val="1A56DB">
              <a:alpha val="15000"/>
            </a:srgbClr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-457200"/>
            <a:ext cx="2011680" cy="2011680"/>
          </a:xfrm>
          <a:prstGeom prst="ellipse">
            <a:avLst/>
          </a:prstGeom>
          <a:solidFill>
            <a:srgbClr val="0EA5E9">
              <a:alpha val="20000"/>
            </a:srgbClr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🏛️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PLATFORM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50292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146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one-stop solution for Government Services,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Identity &amp; Civic Engagement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470916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🇮🇳  Making public services accessible to everyone  •  Flask + HTML5 + JavaScript  •  2024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WE SOLVE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3840480" cy="3474720"/>
          </a:xfrm>
          <a:prstGeom prst="rect">
            <a:avLst/>
          </a:prstGeom>
          <a:solidFill>
            <a:srgbClr val="162032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9144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😕  THE PROBLEM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Citizens have to visit 20+ different government websites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single place to find the right portal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Emergency numbers are hard to find quickly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guidance for first-time users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Language and tech barriers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5196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EA5E9"/>
                </a:solidFill>
              </a:rPr>
              <a:t>➜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937760" y="822960"/>
            <a:ext cx="3886200" cy="3474720"/>
          </a:xfrm>
          <a:prstGeom prst="rect">
            <a:avLst/>
          </a:prstGeom>
          <a:solidFill>
            <a:srgbClr val="162032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120640" y="9144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OUR SOLUTION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14630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One platform for all 6 major service categories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Verified government links, no searching needed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Emergency page with one-click helpline access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chatbot guides users to the right service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Clean, modern, mobile-friendly design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62032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Platform  •  Project Presentation  •  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743200" cy="173736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2743200" cy="73152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005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7432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Services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1965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official portal links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822960"/>
            <a:ext cx="2743200" cy="173736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822960"/>
            <a:ext cx="2743200" cy="73152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0" y="1005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🪪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20040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ID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00400" y="1965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PAN, DigiLocker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822960"/>
            <a:ext cx="2743200" cy="173736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822960"/>
            <a:ext cx="27432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1005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🤝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12648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 Engage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26480" y="1965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RTI, Voting, MyGov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2834640"/>
            <a:ext cx="2743200" cy="173736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834640"/>
            <a:ext cx="274320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30175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📋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274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Issue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74320" y="39776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CPGRAMS, Cyber Crime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0" y="2834640"/>
            <a:ext cx="2743200" cy="173736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00400" y="2834640"/>
            <a:ext cx="2743200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30175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📅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32004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00400" y="39776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&amp; community events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26480" y="2834640"/>
            <a:ext cx="2743200" cy="173736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26480" y="2834640"/>
            <a:ext cx="2743200" cy="7315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1" name="Text 29"/>
          <p:cNvSpPr/>
          <p:nvPr/>
        </p:nvSpPr>
        <p:spPr>
          <a:xfrm>
            <a:off x="6126480" y="30175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🆘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61264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126480" y="39776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 helplines, crisis portals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62032"/>
          </a:solidFill>
          <a:ln/>
        </p:spPr>
      </p:sp>
      <p:sp>
        <p:nvSpPr>
          <p:cNvPr id="35" name="Text 33"/>
          <p:cNvSpPr/>
          <p:nvPr/>
        </p:nvSpPr>
        <p:spPr>
          <a:xfrm>
            <a:off x="27432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Platform  •  Project Presentation  •  2024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743200" cy="164592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73152" cy="16459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9728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🐍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Language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822960"/>
            <a:ext cx="2743200" cy="164592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822960"/>
            <a:ext cx="73152" cy="164592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09728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⚗️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383280" y="1691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832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Framework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822960"/>
            <a:ext cx="2743200" cy="164592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822960"/>
            <a:ext cx="73152" cy="1645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09728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🌐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309360" y="1691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+ CSS3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936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2743200"/>
            <a:ext cx="2743200" cy="164592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743200"/>
            <a:ext cx="73152" cy="1645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0175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457200" y="3611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39776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Interactivity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0" y="2743200"/>
            <a:ext cx="2743200" cy="164592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00400" y="2743200"/>
            <a:ext cx="73152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3383280" y="30175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🔗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3383280" y="3611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Flask-CORS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83280" y="39776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CORS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26480" y="2743200"/>
            <a:ext cx="2743200" cy="164592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26480" y="2743200"/>
            <a:ext cx="73152" cy="16459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1" name="Text 29"/>
          <p:cNvSpPr/>
          <p:nvPr/>
        </p:nvSpPr>
        <p:spPr>
          <a:xfrm>
            <a:off x="6309360" y="30175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📦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6309360" y="3611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309360" y="39776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Storage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62032"/>
          </a:solidFill>
          <a:ln/>
        </p:spPr>
      </p:sp>
      <p:sp>
        <p:nvSpPr>
          <p:cNvPr id="35" name="Text 33"/>
          <p:cNvSpPr/>
          <p:nvPr/>
        </p:nvSpPr>
        <p:spPr>
          <a:xfrm>
            <a:off x="27432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Platform  •  Project Presentation  •  2024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371600" y="777240"/>
            <a:ext cx="6400800" cy="68580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777240"/>
            <a:ext cx="73152" cy="6858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85039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 User Browser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54480" y="1124712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URL or clicks service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0" y="139903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B82F6"/>
                </a:solidFill>
              </a:rPr>
              <a:t>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371600" y="1600200"/>
            <a:ext cx="6400800" cy="68580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371600" y="1600200"/>
            <a:ext cx="73152" cy="6858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11" name="Text 9"/>
          <p:cNvSpPr/>
          <p:nvPr/>
        </p:nvSpPr>
        <p:spPr>
          <a:xfrm>
            <a:off x="1554480" y="167335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Flask Routes (Controller)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54480" y="1947672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HTTP request, calls render_template()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89120" y="222199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B82F6"/>
                </a:solidFill>
              </a:rPr>
              <a:t>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371600" y="2423160"/>
            <a:ext cx="6400800" cy="68580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371600" y="2423160"/>
            <a:ext cx="73152" cy="6858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6" name="Text 14"/>
          <p:cNvSpPr/>
          <p:nvPr/>
        </p:nvSpPr>
        <p:spPr>
          <a:xfrm>
            <a:off x="1554480" y="249631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Jinja2 Templates (View)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54480" y="2770632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pages rendered and sent to browser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0" y="3044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B82F6"/>
                </a:solidFill>
              </a:rPr>
              <a:t>↓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371600" y="3246120"/>
            <a:ext cx="6400800" cy="68580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371600" y="3246120"/>
            <a:ext cx="73152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1554480" y="331927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Chatbot Engine (Model)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554480" y="3593592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user message to intents.json patterns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389120" y="386791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B82F6"/>
                </a:solidFill>
              </a:rPr>
              <a:t>↓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371600" y="4069080"/>
            <a:ext cx="6400800" cy="68580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371600" y="4069080"/>
            <a:ext cx="73152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1554480" y="4142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JSON Data (intents.json)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554480" y="4416552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chatbot training data (tags, patterns, responses)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 &amp; API ENDPOINTS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3840480" cy="402336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868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 FOLDER STRUCTURE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Community_pro/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app.py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755648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models/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2002536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│   └── intents.json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2249424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└── templates/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2496312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├── index.html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743200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├── government.html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90088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├── digital-id.html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236976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├── engagement.html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3483864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├── report.html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730752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├── events.html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3977640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└── emergency.html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0" y="777240"/>
            <a:ext cx="4251960" cy="402336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0" y="8686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API ENDPOINTS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09160" y="126187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349240" y="12618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498080" y="126187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page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09160" y="158191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349240" y="15819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/services/government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498080" y="1581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Services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09160" y="190195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349240" y="190195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/services/digital-id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498080" y="19019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ID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09160" y="222199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349240" y="22219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/services/engagement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498080" y="222199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09160" y="254203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349240" y="25420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/services/report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498080" y="254203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Issue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709160" y="286207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349240" y="28620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/services/events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498080" y="286207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709160" y="318211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349240" y="31821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/services/emergency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498080" y="31821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709160" y="350215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349240" y="350215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/api/chat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498080" y="35021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API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709160" y="382219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349240" y="38221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/api/services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498080" y="382219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services list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62032"/>
          </a:solidFill>
          <a:ln/>
        </p:spPr>
      </p:sp>
      <p:sp>
        <p:nvSpPr>
          <p:cNvPr id="48" name="Text 46"/>
          <p:cNvSpPr/>
          <p:nvPr/>
        </p:nvSpPr>
        <p:spPr>
          <a:xfrm>
            <a:off x="27432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Platform  •  Project Presentation  •  2024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 SYSTEM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82880" y="777240"/>
            <a:ext cx="1371600" cy="1371600"/>
          </a:xfrm>
          <a:prstGeom prst="ellipse">
            <a:avLst/>
          </a:prstGeom>
          <a:solidFill>
            <a:srgbClr val="1A56DB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82880" y="8686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" y="1508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types message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08760" y="12344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938528" y="777240"/>
            <a:ext cx="1371600" cy="1371600"/>
          </a:xfrm>
          <a:prstGeom prst="ellipse">
            <a:avLst/>
          </a:prstGeom>
          <a:solidFill>
            <a:srgbClr val="0EA5E9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938528" y="8686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847088" y="1508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/api/chat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64408" y="12344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94176" y="777240"/>
            <a:ext cx="1371600" cy="1371600"/>
          </a:xfrm>
          <a:prstGeom prst="ellipse">
            <a:avLst/>
          </a:prstGeom>
          <a:solidFill>
            <a:srgbClr val="F59E0B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94176" y="8686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602736" y="1508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matching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0056" y="12344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49824" y="777240"/>
            <a:ext cx="1371600" cy="1371600"/>
          </a:xfrm>
          <a:prstGeom prst="ellipse">
            <a:avLst/>
          </a:prstGeom>
          <a:solidFill>
            <a:srgbClr val="10B981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449824" y="8686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358384" y="1508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response selected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775704" y="12344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205472" y="777240"/>
            <a:ext cx="1371600" cy="1371600"/>
          </a:xfrm>
          <a:prstGeom prst="ellipse">
            <a:avLst/>
          </a:prstGeom>
          <a:solidFill>
            <a:srgbClr val="8B5CF6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205472" y="8686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7114032" y="1508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shown in chat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7432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Intents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74320" y="2834640"/>
            <a:ext cx="1371600" cy="320040"/>
          </a:xfrm>
          <a:prstGeom prst="rect">
            <a:avLst/>
          </a:prstGeom>
          <a:solidFill>
            <a:srgbClr val="1A56DB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287121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645920" y="2834640"/>
            <a:ext cx="2286000" cy="320040"/>
          </a:xfrm>
          <a:prstGeom prst="rect">
            <a:avLst/>
          </a:prstGeom>
          <a:solidFill>
            <a:srgbClr val="1A56DB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91640" y="2871216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Pattern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931920" y="2834640"/>
            <a:ext cx="4572000" cy="320040"/>
          </a:xfrm>
          <a:prstGeom prst="rect">
            <a:avLst/>
          </a:prstGeom>
          <a:solidFill>
            <a:srgbClr val="1A56DB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77640" y="2871216"/>
            <a:ext cx="4480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3182112"/>
            <a:ext cx="13716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3218688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645920" y="3182112"/>
            <a:ext cx="22860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691640" y="3218688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Hi, Hello, Hey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931920" y="3182112"/>
            <a:ext cx="45720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77640" y="3218688"/>
            <a:ext cx="4480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Hello! Welcome to Community Platform.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74320" y="3529584"/>
            <a:ext cx="1371600" cy="320040"/>
          </a:xfrm>
          <a:prstGeom prst="rect">
            <a:avLst/>
          </a:prstGeom>
          <a:solidFill>
            <a:srgbClr val="16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35661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645920" y="3529584"/>
            <a:ext cx="2286000" cy="320040"/>
          </a:xfrm>
          <a:prstGeom prst="rect">
            <a:avLst/>
          </a:prstGeom>
          <a:solidFill>
            <a:srgbClr val="16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691640" y="3566160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events?, Meetups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931920" y="3529584"/>
            <a:ext cx="4572000" cy="320040"/>
          </a:xfrm>
          <a:prstGeom prst="rect">
            <a:avLst/>
          </a:prstGeom>
          <a:solidFill>
            <a:srgbClr val="16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77640" y="3566160"/>
            <a:ext cx="4480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our Events &amp; Meetups page!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74320" y="3877056"/>
            <a:ext cx="13716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0040" y="391363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645920" y="3877056"/>
            <a:ext cx="22860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91640" y="3913632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Emergency, Help urgent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931920" y="3877056"/>
            <a:ext cx="45720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77640" y="3913632"/>
            <a:ext cx="4480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112 immediately for emergencies!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74320" y="4224528"/>
            <a:ext cx="1371600" cy="320040"/>
          </a:xfrm>
          <a:prstGeom prst="rect">
            <a:avLst/>
          </a:prstGeom>
          <a:solidFill>
            <a:srgbClr val="16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0040" y="4261104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report_issue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1645920" y="4224528"/>
            <a:ext cx="2286000" cy="320040"/>
          </a:xfrm>
          <a:prstGeom prst="rect">
            <a:avLst/>
          </a:prstGeom>
          <a:solidFill>
            <a:srgbClr val="16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691640" y="4261104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 problem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931920" y="4224528"/>
            <a:ext cx="4572000" cy="320040"/>
          </a:xfrm>
          <a:prstGeom prst="rect">
            <a:avLst/>
          </a:prstGeom>
          <a:solidFill>
            <a:srgbClr val="162032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77640" y="4261104"/>
            <a:ext cx="4480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our Report an Issue page.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74320" y="4572000"/>
            <a:ext cx="13716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0040" y="4608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645920" y="4572000"/>
            <a:ext cx="22860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691640" y="4608576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match)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931920" y="4572000"/>
            <a:ext cx="45720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77640" y="4608576"/>
            <a:ext cx="4480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Sorry, I didn't understand that.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62032"/>
          </a:solidFill>
          <a:ln/>
        </p:spPr>
      </p:sp>
      <p:sp>
        <p:nvSpPr>
          <p:cNvPr id="61" name="Text 59"/>
          <p:cNvSpPr/>
          <p:nvPr/>
        </p:nvSpPr>
        <p:spPr>
          <a:xfrm>
            <a:off x="27432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Platform  •  Project Presentation  •  2024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WALKTHROUGH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743200" cy="1691640"/>
          </a:xfrm>
          <a:prstGeom prst="rect">
            <a:avLst/>
          </a:prstGeom>
          <a:solidFill>
            <a:srgbClr val="162032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777240"/>
            <a:ext cx="2743200" cy="54864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🏠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74320" y="14904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Page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180136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+ 6 service cards + chatbot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0" y="777240"/>
            <a:ext cx="2743200" cy="1691640"/>
          </a:xfrm>
          <a:prstGeom prst="rect">
            <a:avLst/>
          </a:prstGeom>
          <a:solidFill>
            <a:srgbClr val="162032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777240"/>
            <a:ext cx="27432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0" y="9144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200400" y="14904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Services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00400" y="180136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Documents, Tax, Land Records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777240"/>
            <a:ext cx="2743200" cy="1691640"/>
          </a:xfrm>
          <a:prstGeom prst="rect">
            <a:avLst/>
          </a:prstGeom>
          <a:solidFill>
            <a:srgbClr val="162032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777240"/>
            <a:ext cx="27432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9144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🪪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126480" y="14904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26480" y="180136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DigiLocker, Passport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2697480"/>
            <a:ext cx="2743200" cy="1691640"/>
          </a:xfrm>
          <a:prstGeom prst="rect">
            <a:avLst/>
          </a:prstGeom>
          <a:solidFill>
            <a:srgbClr val="162032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697480"/>
            <a:ext cx="27432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28346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🤝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274320" y="34107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 Engage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74320" y="37216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RTI, Voting, MyGov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00400" y="2697480"/>
            <a:ext cx="2743200" cy="1691640"/>
          </a:xfrm>
          <a:prstGeom prst="rect">
            <a:avLst/>
          </a:prstGeom>
          <a:solidFill>
            <a:srgbClr val="162032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00400" y="2697480"/>
            <a:ext cx="274320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346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📋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3200400" y="34107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Issue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00400" y="37216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CPGRAMS, Cyber Crime, CVC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26480" y="2697480"/>
            <a:ext cx="2743200" cy="1691640"/>
          </a:xfrm>
          <a:prstGeom prst="rect">
            <a:avLst/>
          </a:prstGeom>
          <a:solidFill>
            <a:srgbClr val="162032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26480" y="2697480"/>
            <a:ext cx="274320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1" name="Text 29"/>
          <p:cNvSpPr/>
          <p:nvPr/>
        </p:nvSpPr>
        <p:spPr>
          <a:xfrm>
            <a:off x="6126480" y="28346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🆘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6126480" y="34107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126480" y="37216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banner + all helplines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62032"/>
          </a:solidFill>
          <a:ln/>
        </p:spPr>
      </p:sp>
      <p:sp>
        <p:nvSpPr>
          <p:cNvPr id="35" name="Text 33"/>
          <p:cNvSpPr/>
          <p:nvPr/>
        </p:nvSpPr>
        <p:spPr>
          <a:xfrm>
            <a:off x="27432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Platform  •  Project Presentation  •  2024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743200" cy="384048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777240"/>
            <a:ext cx="2743200" cy="5029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8412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 – Short Term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173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User login &amp; authentication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21031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Search across all services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788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Location-based state portals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34747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Hindi &amp; regional language support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777240"/>
            <a:ext cx="2743200" cy="384048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777240"/>
            <a:ext cx="2743200" cy="502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0" y="8412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v2.0 – Medium Term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37560" y="14173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Database integration (PostgreSQL)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37560" y="21031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Admin dashboard for content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37560" y="2788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NLP-based AI chatbot upgrade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37560" y="34747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Mobile app (React Native)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26480" y="777240"/>
            <a:ext cx="2743200" cy="384048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26480" y="777240"/>
            <a:ext cx="2743200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8412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– Long Term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63640" y="14173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Direct DigiLocker / UIDAI API integration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63640" y="21031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govt event calendar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63640" y="2788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Community discussion forum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63640" y="34747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Analytics &amp; usage dashboard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62032"/>
          </a:solidFill>
          <a:ln/>
        </p:spPr>
      </p:sp>
      <p:sp>
        <p:nvSpPr>
          <p:cNvPr id="26" name="Text 24"/>
          <p:cNvSpPr/>
          <p:nvPr/>
        </p:nvSpPr>
        <p:spPr>
          <a:xfrm>
            <a:off x="27432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Platform  •  Project Presentation  •  2024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1A56DB">
              <a:alpha val="12000"/>
            </a:srgbClr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2286000"/>
            <a:ext cx="3657600" cy="3657600"/>
          </a:xfrm>
          <a:prstGeom prst="ellipse">
            <a:avLst/>
          </a:prstGeom>
          <a:solidFill>
            <a:srgbClr val="0EA5E9">
              <a:alpha val="10000"/>
            </a:srgbClr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2743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🏛️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914400" y="12801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2743200" y="2240280"/>
            <a:ext cx="3657600" cy="640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4231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Platform — Making public services accessible to everyone.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200400"/>
            <a:ext cx="1737360" cy="137160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3291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31520" y="39319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Modules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0" y="3200400"/>
            <a:ext cx="1737360" cy="137160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43200" y="3291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743200" y="39319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Links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3200400"/>
            <a:ext cx="1737360" cy="137160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54880" y="3291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754880" y="39319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Intents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66560" y="3200400"/>
            <a:ext cx="1737360" cy="1371600"/>
          </a:xfrm>
          <a:prstGeom prst="rect">
            <a:avLst/>
          </a:prstGeom>
          <a:solidFill>
            <a:srgbClr val="16203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66560" y="3291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766560" y="39319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Access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4736592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🇮🇳  Digital India  •  Community Platform 2024  •  Built with Flask + HTML5 + JS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Community Platform</dc:title>
  <dc:subject>PptxGenJS Presentation</dc:subject>
  <dc:creator>PptxGenJS</dc:creator>
  <cp:lastModifiedBy>PptxGenJS</cp:lastModifiedBy>
  <cp:revision>1</cp:revision>
  <dcterms:created xsi:type="dcterms:W3CDTF">2026-03-23T05:16:50Z</dcterms:created>
  <dcterms:modified xsi:type="dcterms:W3CDTF">2026-03-23T05:16:50Z</dcterms:modified>
</cp:coreProperties>
</file>